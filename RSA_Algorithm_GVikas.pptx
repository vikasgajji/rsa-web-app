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37160" cy="1097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RSA Algorithm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Public-Key Cryptography Explained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G. Vikas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23A31A05A4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is one of the first practical public-key cryptosystems.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in 1977 by Rivest, Shamir, and Adleman at MIT.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worldwide for secure data transmission.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practical difficulty of factoring large prime products.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HTTPS, digital signatures, and email encryption.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Algorithm  •  G. Vikas  •  23A31A05A4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647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Public-Key Cryptography?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pair of keys: Public Key and Private Key.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Key: shared openly, used to encrypt messages.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Key: kept secret, used to decrypt messages.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the need to share a secret key in advance.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both confidentiality and authentication.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Algorithm  •  G. Vikas  •  23A31A05A4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647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Generation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3716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primes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480560" y="1371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two large prime numbers p and q.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8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21488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21488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p × q  (used as modulus for both keys)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φ(n)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0560" y="29260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φ(n) = (p − 1)(q − 1)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03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37033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3703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&lt; e &lt; φ(n), gcd(e, φ(n)) = 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480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63040" y="44805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480560" y="44805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≡ e⁻¹ (mod φ(n))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525780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257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463040" y="52578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480560" y="52578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(e, n)   •   Private: (d, n)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Algorithm  •  G. Vikas  •  23A31A05A4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647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Encryption &amp; Decryption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288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uses Receiver's Public Key (e, 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4754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175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= Mᵉ mod 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plaintext message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ciphertext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486400" cy="4754880"/>
          </a:xfrm>
          <a:prstGeom prst="roundRect">
            <a:avLst>
              <a:gd name="adj" fmla="val 2885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DECRYPTION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0" y="2194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uses their Private Key (d, n)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0" y="3017520"/>
            <a:ext cx="4754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0175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 = Cᵈ mod n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00800" y="438912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original message 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ciphertext 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Algorithm  •  G. Vikas  •  23A31A05A4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647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77440" y="13716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primes  p = 7,  q = 17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10972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65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77440" y="19659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p × q = 7 × 17 = 119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10972800" cy="5029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77440" y="2560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φ(n) = (7−1)(17−1) = 6 × 16 = 96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546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77440" y="31546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 = 5  (gcd(5, 96) = 1)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10972800" cy="5029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490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5: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377440" y="37490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 = 77   (since 5 × 77 mod 96 = 1)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10972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343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Keys: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377440" y="43434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= (5, 119)    Private = (77, 119)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4937760"/>
            <a:ext cx="10972800" cy="5029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937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377440" y="4937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19  →  C = 19⁵ mod 119 = 66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5321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Decrypt: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377440" y="55321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66  →  M = 66⁷⁷ mod 119 = 19  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Algorithm  •  G. Vikas  •  23A31A05A4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647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Mathematical Foundation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Modular Arithmetic and Number Theory.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Euler's Theorem:  if gcd(M, n) = 1, then M^φ(n) ≡ 1 (mod n).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  M^(ed) ≡ M (mod n)  since ed ≡ 1 (mod φ(n)).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relies on the Integer Factorization Problem.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n, finding p and q is computationally infeasible for large 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Algorithm  •  G. Vikas  •  23A31A05A4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647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of RSA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depends on the size of n (typically 2048 or 4096 bits).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RSA requires factoring n into p and q — extremely hard.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if small primes or weak random numbers are used.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schemes (OAEP) prevent chosen-ciphertext attacks.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computers (Shor's algorithm) could threaten RSA in future.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Algorithm  •  G. Vikas  •  23A31A05A4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647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security with sufficiently large key sizes.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share a secret key beforehand.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both encryption and digital signatures.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standardized and supported across platforms.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modern secure communication (SSL/TLS).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Algorithm  •  G. Vikas  •  23A31A05A4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647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Disadvantages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symmetric algorithms like AES.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large key sizes for adequate security.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expensive for large data volumes.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to future quantum computing attacks.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 and secure storage are critical.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Algorithm  •  G. Vikas  •  23A31A05A4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647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 of RSA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SSL / TLS — secure web browsing.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Signatures — verifying authenticity of documents.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Email — PGP and S/MIME protocols.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VPNs and SSH — secure remote connections.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wallets and blockchain transactions.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Algorithm  •  G. Vikas  •  23A31A05A4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647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37160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Vikas  •  Roll No: 23A31A05A4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2026-04-28T16:41:21Z</dcterms:created>
  <dcterms:modified xsi:type="dcterms:W3CDTF">2026-04-28T16:41:21Z</dcterms:modified>
</cp:coreProperties>
</file>